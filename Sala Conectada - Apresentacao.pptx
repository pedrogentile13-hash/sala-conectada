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(Apresentador 1) — 40s
Não comece com 'hoje vamos falar sobre'. Comece com a pergunta:
"Levanta a mão quem já perdeu a data de uma prova porque o recado ficou perdido num grupo de WhatsApp."
Espera 2 segundos, olha pra sala. Depois:
"Foi exatamente isso que a gente resolveu atacar. Esse é o Sala Conectada."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(Apresentador 1) — 1min20
Fale de experiência própria, não de teoria. A informação da escola JÁ existe — o problema não é falta de informação, é que ela está espalhada.
WhatsApp: some no volume.
Mural: só vê quem passa na frente.
Caderno: depende de anotar.
Nenhum dos três conversa com o outro. Ninguém tem a visão do todo.
TRANSIÇÃO: "Então a nossa pergunta foi: e se tudo isso ficasse num lugar só?"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(Apresentador 1) — 1min
Frase-chave, fale devagar: "Um só lugar para tudo que acontece na escola."
Explique os 3 pontos sem ler o slide. O terceiro é o diferencial — a maioria das plataformas escolares é via de mão única, da escola pro aluno. A nossa tem o caminho de volta.
TRANSIÇÃO (passa a bola): "O [nome do Apresentador 2] vai mostrar como isso funciona na prática."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QUEM É (Apresentador 2) — 45s
Slide rápido. Não leia os três — resuma:
"A plataforma serve três públicos ao mesmo tempo. O aluno enxerga a semana, o professor publica uma vez só em vez de repetir em cada turma, e a coordenação tem registro de tudo que foi comunicado — com data e autor."
Não demore aqui. O próximo slide é o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— DASHBOARD (Apresentador 2) — 1min30
ABRA O SITE DE VERDADE AQUI se der. Este slide é o plano B se a internet falhar.
Mostre nesta ordem:
1. Os quatro números do topo — não são fixos, são calculados a partir dos dados.
2. O anel de 56% — 'organização da turma'. Explique: 5 de 9 tarefas concluídas.
3. Próximos compromissos — repare na contagem: 'em 5 dias'. Ela é calculada a partir da data de hoje, não escrita à mão.
SE FOR ABRIR O SITE: já deixe aberto numa aba ANTES de começar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MÓDULOS (Apresentador 2) — 1min
NÃO leia os seis. Agrupe:
"Os quatro primeiros — calendário, tarefas, avisos e eventos — respondem à pergunta 'o que eu preciso saber'. Os dois últimos são o diferencial: sugestões dá voz ao aluno, e o perfil transforma organização em algo que dá pra acompanhar."
Se puder, abra a aba Tarefas no site e clique em 'Concluir' numa tarefa — o número do dashboard muda na hora. É o momento que mais impressiona.
TRANSIÇÃO: "O [Apresentador 3] vai explicar como a gente construiu isso."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FOI FEITO (Apresentador 3) — 1min30
Este é o slide que mostra o esforço técnico. Fale com segurança.
"A gente podia ter usado um construtor de site pronto. Escolhemos não usar. Tudo aqui foi escrito à mão nas três tecnologias base da web."
Explique o papel de cada uma em uma frase (HTML = estrutura, CSS = aparência, JS = comportamento).
O '0 frameworks' é o ponto de orgulho: significa que a gente entendeu o que estava fazendo, não copiou um modelo.
Os números são reais — pode citar com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RESPONSIVO (Apresentador 3) — 45s
"Não são dois sites diferentes. É o mesmo código."
Explique simples: o CSS detecta o tamanho da tela e reorganiza os elementos — o menu lateral vira menu de cima, as colunas viram uma só.
Importa porque a maioria dos alunos vai acessar pelo celular, não pelo computador.
DEMONSTRAÇÃO: se estiver com o site aberto, diminua a janela do navegador ao vivo. O layout se reorganiza na frente da banca. Ensaie isso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DESAFIOS (Apresentador 3) — 1min15
Este slide é o que mais impressiona professor: mostra que vocês resolveram problema de verdade, não só montaram telas bonitas.
Conte como história curta: 'a gente tentou X, quebrou, e resolveu assim'.
O item 2 é o mais forte tecnicamente — se a banca perguntar algo técnico, puxe pra cá.
TRANSIÇÃO: "Pra fechar, o que a gente faria se continuasse o projeto."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(Apresentador 3) — 1min
Os próximos passos mostram que vocês sabem o que o protótipo AINDA não faz. Isso é maturidade, não fraqueza — e derruba metade das perguntas da banca antes de serem feitas.
FECHO — fale devagar, olhando pra sala, e amarre no gancho da abertura:
"A gente começou perguntando quem já perdeu uma data porque o recado sumiu. A informação sempre existiu — ela só não tinha um lugar. O Sala Conectada é esse lugar."
Pausa. Depois: "Obrigado. Alguma pergunta?"
NÃO encerre com 'é isso' ou 'acabou'.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5852160" cy="6858000"/>
          </a:xfrm>
          <a:prstGeom prst="roundRect">
            <a:avLst>
              <a:gd name="adj" fmla="val 15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0"/>
            <a:ext cx="5029200" cy="3145536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77240" y="16002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1600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ESCOLAR · 2026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Conectada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7724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escola inteira num só lugar.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funcional de plataforma escolar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em HTML, CSS e JavaScript puro.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4709160"/>
            <a:ext cx="2011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5138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  ·  Integrante 2  ·  Integrante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da escola existe — só que espalhada em três lugares que não conversam.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566928" cy="566928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WhatsApp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recado importante some embaixo de 200 mensagens em minutos.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286000"/>
            <a:ext cx="566928" cy="56692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da escola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81728" y="340156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vê quem passa na frente, no dia certo, e lembra de olhar.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2286000"/>
            <a:ext cx="566928" cy="56692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03336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 de recados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03336" y="340156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aluno anotar — e de não perder o caderno.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617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perdido, prova esquecida e evento que o aluno só descobre depois que acabou.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lugar para tudo que acontece na escola.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Sala Conectada reúne calendário, tarefas, avisos e eventos numa única plataforma — organizados por data, categoria e prazo. O aluno abre e entende a semana inteira em cinco segundos.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66674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611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centralizado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904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procurar em três lugares diferentes.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425696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70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por prazo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663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urgente aparece primeiro, com contagem de dias.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5184648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1297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também fala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54223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sugestões direto para a coordenação.</a:t>
            </a:r>
            <a:endParaRPr lang="en-US" sz="1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120640" cy="320040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pic>
      <p:sp>
        <p:nvSpPr>
          <p:cNvPr id="16" name="Text 13"/>
          <p:cNvSpPr/>
          <p:nvPr/>
        </p:nvSpPr>
        <p:spPr>
          <a:xfrm>
            <a:off x="6400800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inicial da plataforma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públicos, uma plataforma só.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658368" cy="658368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Veem provas, prazos e eventos numa tela só, organizados por data. E acompanham o próprio nível de organização ao longo do bimestre.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29000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331720"/>
            <a:ext cx="658368" cy="658368"/>
          </a:xfrm>
          <a:prstGeom prst="roundRect">
            <a:avLst>
              <a:gd name="adj" fmla="val 20833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8172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81728" y="3657600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Publicam trabalhos e datas uma vez só, em vez de repetir o mesmo recado em cada uma das turmas.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429000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2331720"/>
            <a:ext cx="658368" cy="658368"/>
          </a:xfrm>
          <a:prstGeom prst="roundRect">
            <a:avLst>
              <a:gd name="adj" fmla="val 2083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03336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03336" y="3657600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chegam a todos com registro de data e de quem publicou. Nada depende de alguém ter visto o mural.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do aluno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semana inteira em uma tela.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7242048" cy="452628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29600" y="1920240"/>
            <a:ext cx="3291840" cy="1261872"/>
          </a:xfrm>
          <a:prstGeom prst="roundRect">
            <a:avLst>
              <a:gd name="adj" fmla="val 7971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58200" y="2139696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20665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no topo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239572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Provas, tarefas pendentes, avisos e eventos — números reais, calculados na hora.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0" y="3401568"/>
            <a:ext cx="3291840" cy="1261872"/>
          </a:xfrm>
          <a:prstGeom prst="roundRect">
            <a:avLst>
              <a:gd name="adj" fmla="val 7971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58200" y="3621024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3547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Anel de organização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58200" y="387705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tarefas concluídas. Sobe conforme o aluno marca o que fez.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0" y="4882896"/>
            <a:ext cx="3291840" cy="1261872"/>
          </a:xfrm>
          <a:prstGeom prst="roundRect">
            <a:avLst>
              <a:gd name="adj" fmla="val 7971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58200" y="5102352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32520" y="5029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compromissos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535838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contagem regressiva: "em 5 dias", "amanhã".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módulos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seção resolve uma dor específica do dia a dia escolar.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880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320954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Provas, trabalhos e reuniões por data e categoria.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290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54296" y="2880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54296" y="320954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status e botão de concluir com um clique.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4290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2880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75904" y="320954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com autor, data e destaque para os urgentes.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4290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4343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43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4983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32688" y="531266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horário e descrição de tudo que vai acontecer.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61688" y="4069080"/>
            <a:ext cx="34290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4296" y="4343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4343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54296" y="4983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654296" y="531266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do aluno para a coordenação.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83296" y="4069080"/>
            <a:ext cx="34290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5904" y="4343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5904" y="4343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75904" y="4983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375904" y="531266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pessoal e conquistas desbloqueáveis.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construído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atalho: do zero, só com as três tecnologias base da web.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conteúdo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semântico das telas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1965960"/>
            <a:ext cx="260604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84448" y="28529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layout responsivo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animações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63056" y="1965960"/>
            <a:ext cx="260604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63056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45936" y="28529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Navegação, cálculos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interatividade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24544" y="1965960"/>
            <a:ext cx="2606040" cy="1874520"/>
          </a:xfrm>
          <a:prstGeom prst="roundRect">
            <a:avLst>
              <a:gd name="adj" fmla="val 6341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4544" y="2148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15984" y="3035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ou bibliotecas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15984" y="3319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React, sem Bootstrap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04672" y="5193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escritas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4114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43891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566160" y="5193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funcionais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4114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43891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327648" y="5193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arquivos, sem dependências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24544" y="4114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24544" y="43891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9089136" y="5193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(celular e PC)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qualquer tela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código se adapta do computador ao celular.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437376" cy="402336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40080" y="5989320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1828800"/>
            <a:ext cx="1856232" cy="402336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81838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mais difícil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a gente aprendeu resolvendo.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76856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76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10512" y="2185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caber em qualquer tela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10512" y="253288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layout pensado para o computador quebrava no celular. Tivemos que reescrever o CSS com regras que mudam conforme o tamanho da tela.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694176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10512" y="3602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que se atualizam sozinhos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10512" y="395020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estatísticas não podiam ser fixas. Escrevemos funções que recalculam tudo a partir dos dados sempre que algo muda.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5111496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111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10512" y="50200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que fazem sentido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10512" y="536752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contagem "em 5 dias" é calculada comparando cada compromisso com a data de hoje — não está escrita no código.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52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está pronto. O caminho para virar produto real: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860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401568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os dados vivem no código. O próximo passo é um banco real, para a escola cadastrar tudo sozinha.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22860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usuário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54296" y="3401568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com a sua conta, vendo as tarefas da própria turma.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50800" dir="5400000">
              <a:srgbClr val="1F2937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2860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75904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401568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automático no celular quando um prazo estiver chegando.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1508760"/>
          </a:xfrm>
          <a:prstGeom prst="roundRect">
            <a:avLst>
              <a:gd name="adj" fmla="val 8485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937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já existia. A gente só deu um lugar pra ela.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5840" y="5486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2026-08-14T00:02:45Z</dcterms:created>
  <dcterms:modified xsi:type="dcterms:W3CDTF">2026-08-14T00:02:45Z</dcterms:modified>
</cp:coreProperties>
</file>